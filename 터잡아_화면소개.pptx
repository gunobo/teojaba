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메인 페이지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히어로 섹션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통계 (등록지역·혜택·정착후기)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이용 방법 3단계 가이드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지역 TOP 4 미리보기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이주 혜택 소개 &amp; CTA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4754880" cy="457200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추천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맞춤 지역 추천 퀴즈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직종 · 라이프스타일 · 인프라 3단계 선택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분석 후 맞춤 지역 4곳 추천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 점수 · 평균 월세 · 일자리 수 제공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카카오맵에 추천 지역 마커 시각화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651760"/>
            <a:ext cx="4023360" cy="228600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8600"/>
            <a:ext cx="4206240" cy="466344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274320" y="4754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퀴즈 입력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754880" y="4754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추천 결과 + 지도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20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혜택 정보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청년 혜택 탐색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지자체 청년 이주 혜택 DB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지역별 / 유형별 필터링 (주거·취업·창업·교육)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혜택명 · 지역으로 검색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지원금액 · 신청 링크 원클릭 접근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4754880" cy="457200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탐색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전국 지역 비교 탐색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8개 주요 지방 지역 카드 제공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매칭점수 · 주거비 · 일자리 기준 정렬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그리드 / 리스트 뷰 전환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지역명 · 특징 키워드 검색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82880"/>
            <a:ext cx="4846320" cy="475488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2026-06-15T01:56:21Z</dcterms:created>
  <dcterms:modified xsi:type="dcterms:W3CDTF">2026-06-15T01:56:21Z</dcterms:modified>
</cp:coreProperties>
</file>