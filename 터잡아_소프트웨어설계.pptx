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4532D">
              <a:alpha val="40000"/>
            </a:srgbClr>
          </a:solidFill>
          <a:ln w="12700">
            <a:solidFill>
              <a:srgbClr val="14532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4532D">
              <a:alpha val="30000"/>
            </a:srgbClr>
          </a:solidFill>
          <a:ln w="12700">
            <a:solidFill>
              <a:srgbClr val="14532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터잡아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구상 및 설계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3200400" cy="27432"/>
          </a:xfrm>
          <a:prstGeom prst="rect">
            <a:avLst/>
          </a:prstGeom>
          <a:solidFill>
            <a:srgbClr val="16A34A">
              <a:alpha val="5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지방 정착을 돕는 청년 지역 매칭 플랫폼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2011680" cy="2377440"/>
          </a:xfrm>
          <a:prstGeom prst="rect">
            <a:avLst>
              <a:gd name="adj" fmla="val 4545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55448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3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8.0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Kakao Maps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+ CF Tunnel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터잡아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 문제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청년 인구의 수도권 집중 가속화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지방 이주 관련 정보 분산 — 어디서부터 시작해야 할지 막막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청년 지원 정책 검색 어려움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정착 비용·일자리 정보 부재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터잡아의 해결책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퀴즈로 맞춤 지역 AI 추천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청년 지원 혜택 한눈에 검색·필터링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주거비·일자리·인프라 정보 시각화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카카오맵 기반 추천 지역 지도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타겟: 지방 이주를 고민 중인 20~30대 청년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터잡아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지역 추천 퀴즈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1554480" cy="27432"/>
          </a:xfrm>
          <a:prstGeom prst="rect">
            <a:avLst/>
          </a:prstGeom>
          <a:solidFill>
            <a:srgbClr val="16A34A">
              <a:alpha val="5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14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직종 / 라이프스타일 / 인프라 조건 선택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입력으로 맞춤 지역 4곳 추천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점수·주거비·일자리 수 제공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카카오맵에 추천 지역 마커 시각화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5176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5468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청년 혜택 탐색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2331720"/>
            <a:ext cx="1554480" cy="27432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514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청년 지원금·정책 DB 제공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/ 카테고리별 필터링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지원금액·신청 링크 원클릭 접근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Work24·온통청년 API 연동 (예정)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960120"/>
            <a:ext cx="2651760" cy="4069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960120"/>
            <a:ext cx="26517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9893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지역 정보 탐색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331720"/>
            <a:ext cx="1554480" cy="27432"/>
          </a:xfrm>
          <a:prstGeom prst="rect">
            <a:avLst/>
          </a:prstGeom>
          <a:solidFill>
            <a:srgbClr val="EA580C">
              <a:alpha val="50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514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8개 주요 지역 데이터 카드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매칭점수·주거비·일자리 기준 정렬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그리드·리스트 뷰 전환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사람인 API 연동으로 실시간 일자리 (예정)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&amp;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터잡아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 ·  React Router v6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v3  ·  PostCSS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Kakao Maps SDK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920240" cy="173736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005840"/>
            <a:ext cx="1920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042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3.2.5  ·  Maven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 / MySQL Driver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1920240" cy="1737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08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바인드 마운트 볼륨 (./data/mysql)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내부 네트워크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0" y="2971800"/>
            <a:ext cx="1920240" cy="1737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2971800"/>
            <a:ext cx="1920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008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nginx:1.25-alpine (프론트 서빙)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Tunnel (HTTPS)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구성도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137160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389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사용자 브라우저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47688" y="1938528"/>
            <a:ext cx="27432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286000"/>
            <a:ext cx="28346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304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Cloudflare Tunnel  (HTTPS)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47688" y="2852928"/>
            <a:ext cx="27432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154680"/>
            <a:ext cx="283464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172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</a:rPr>
              <a:t>nginx  →  React SPA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47688" y="3721608"/>
            <a:ext cx="27432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4023360"/>
            <a:ext cx="2834640" cy="502920"/>
          </a:xfrm>
          <a:prstGeom prst="rect">
            <a:avLst/>
          </a:prstGeom>
          <a:solidFill>
            <a:srgbClr val="FAF5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Spring Boot  (REST API)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47688" y="4590288"/>
            <a:ext cx="27432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4892040"/>
            <a:ext cx="28346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MySQL 8.0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화면 구성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터잡아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005840"/>
            <a:ext cx="2286000" cy="64008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024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 홈 (Home)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18288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011680"/>
            <a:ext cx="676656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011680"/>
            <a:ext cx="1828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331720"/>
            <a:ext cx="237744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31720"/>
            <a:ext cx="2377440" cy="5486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지역 추천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퀴즈 → 결과 → 지도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1828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331720"/>
            <a:ext cx="23774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331720"/>
            <a:ext cx="23774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08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청년 혜택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필터 → 혜택 카드 목록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8288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2331720"/>
            <a:ext cx="237744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06440" y="2331720"/>
            <a:ext cx="237744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064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지역 탐색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978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지역카드 → 정렬·뷰 전환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페이지 구성: 히어로 섹션  |  통계(인구·청년 지원·일자리)  |  이용 방법 3단계  |  주요 지역 TOP 4  |  이주 혜택 소개  |  CTA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계획 &amp;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터잡아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3977640"/>
          </a:xfrm>
          <a:prstGeom prst="rect">
            <a:avLst/>
          </a:prstGeom>
          <a:solidFill>
            <a:srgbClr val="14532D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기반 구축 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179222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환경 구성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 프론트엔드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백엔드 기반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 배포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11680" cy="3977640"/>
          </a:xfrm>
          <a:prstGeom prst="rect">
            <a:avLst/>
          </a:prstGeom>
          <a:solidFill>
            <a:srgbClr val="0C4A6E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201168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완성 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057400"/>
            <a:ext cx="179222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홈·추천·혜택·지역 4페이지 완성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추천 퀴즈 (3단계)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카카오맵 추천 지역 시각화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레이아웃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005840"/>
            <a:ext cx="2011680" cy="3977640"/>
          </a:xfrm>
          <a:prstGeom prst="rect">
            <a:avLst/>
          </a:prstGeom>
          <a:solidFill>
            <a:srgbClr val="431407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05840"/>
            <a:ext cx="2011680" cy="411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연동 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2057400"/>
            <a:ext cx="179222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사람인 API (일자리 데이터)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Work24 / 고용24 API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온통청년 청년 혜택 API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실시간 데이터 표출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2011680" cy="3977640"/>
          </a:xfrm>
          <a:prstGeom prst="rect">
            <a:avLst/>
          </a:prstGeom>
          <a:solidFill>
            <a:srgbClr val="2E106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05840"/>
            <a:ext cx="20116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고도화 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2057400"/>
            <a:ext cx="179222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알고리즘 고도화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/ 찜 기능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실제 후기 수집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최적화 강화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배포 주소: teojaba.imjemin.co.kr  |  인프라: Docker + Cloudflare Tunnel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터잡아 소프트웨어 구상 및 설계</dc:title>
  <dc:subject>PptxGenJS Presentation</dc:subject>
  <dc:creator>PptxGenJS</dc:creator>
  <cp:lastModifiedBy>PptxGenJS</cp:lastModifiedBy>
  <cp:revision>1</cp:revision>
  <dcterms:created xsi:type="dcterms:W3CDTF">2026-06-15T00:49:08Z</dcterms:created>
  <dcterms:modified xsi:type="dcterms:W3CDTF">2026-06-15T00:49:08Z</dcterms:modified>
</cp:coreProperties>
</file>